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Medicine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Cybersecurity Program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3716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CYBR 550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92024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82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49300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Asset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108960"/>
            <a:ext cx="192024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182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349300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192024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182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349300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108960"/>
            <a:ext cx="192024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1821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49300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Maxine Jones  |  April–May 2026  |  CYBR 550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four-assignment progressive build of a real-world healthcare cybersecurity program for Northwestern Medicine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65960" cy="100584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33,000+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1965960" cy="100584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898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1874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Campuses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1965960" cy="100584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3898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Sites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325880"/>
            <a:ext cx="1965960" cy="100584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3898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18745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Zones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19659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14600"/>
            <a:ext cx="1965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4203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542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Proposal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visibility gap analysis and Axonius platform proposal to unify Northwestern Medicine's disconnected security tool inventory across all zones.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2514600"/>
            <a:ext cx="19659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2514600"/>
            <a:ext cx="1965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254203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2542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292608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Six-zone Purdue Model network map with dedicated VLANs, subnets, and segmentation controls aligned to HIPAA, NIST SP 800-66, and HICP.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514600"/>
            <a:ext cx="19659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14600"/>
            <a:ext cx="1965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54203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2542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Overlay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92608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defense strategy: Zero Trust, least privilege, defense-in-depth, and visibility across every zone boundary with key controls mapped.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2514600"/>
            <a:ext cx="19659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2514600"/>
            <a:ext cx="1965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254203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06640" y="25420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292608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playbook covering detection, containment, investigation, communication, and recovery — anchored to the A2/A3 architecture.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— Network Architecture (Purdue Model)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6217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13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Internet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0" y="813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165.124.x.x | Untrusted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434840" y="8503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clinicians · Telehealth patients · Vendors · Patient portal · ISP/BGP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81328"/>
            <a:ext cx="64008" cy="6217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517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/ Screened Subnet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0" y="15179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10.0.0.0/24 | VLAN 10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34840" y="1554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NGFW · F5 WAF · Cisco Firepower IPS · Zscaler ZTNA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85416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85416"/>
            <a:ext cx="64008" cy="62179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221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478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/ Corporate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0" y="2221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10.1.0.0/16 | VLANs 20–50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34840" y="225856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· Okta SSO · CyberArk · Splunk SIEM · CrowdStrike EDR · Axonius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89504"/>
            <a:ext cx="64008" cy="62179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926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Network / EHR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0" y="2926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10.2.0.0/16 | VLANs 60–90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34840" y="296265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EHR · PACS (Sectra) · Telehealth · Clinical workstations (~1,200)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593592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93592"/>
            <a:ext cx="64008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630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/ OT / IoT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286000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10.3.0.0/16 | VLANs 100–140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34840" y="366674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Infusion pumps · Patient monitors · HVAC/BMS · Smart beds · Air-gap adjacent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297680"/>
            <a:ext cx="64008" cy="6217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334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4590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Cloud (Azure Gov)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286000" y="4334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172.16.0.0/16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434840" y="437083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Galter DC Tier III · UPS · Azure ExpressRoute · Sentinel · Backup/DR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— Security Controls &amp; Defense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04672"/>
            <a:ext cx="160020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8503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261872"/>
            <a:ext cx="1417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SSO + MFA on every login. Zscaler ZTNA replaces VPN. No user or device trusted by default.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84832" y="804672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84832" y="804672"/>
            <a:ext cx="160020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8503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76272" y="1261872"/>
            <a:ext cx="1417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on Epic EHR limits PHI by role. Vendor credentials expire on ticket close. Zone 1 devices cannot reach EHR.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22192" y="804672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804672"/>
            <a:ext cx="1600200" cy="3840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3867912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8503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13632" y="1261872"/>
            <a:ext cx="1417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Purdue Model zones with dedicated VLANs. Internal firewalls at every zone boundary. Zone 1 air-gap adjacent.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59552" y="804672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59552" y="804672"/>
            <a:ext cx="1600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05272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8503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50992" y="1261872"/>
            <a:ext cx="1417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→ IPS → ZTNA → Seg FW → NAC → EDR → SIEM. Attacker must defeat every layer independently.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96912" y="804672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96912" y="804672"/>
            <a:ext cx="1600200" cy="38404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342632" y="822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8503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Everywhere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88352" y="1261872"/>
            <a:ext cx="1417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unified inventory across all VLANs. Splunk aggregates logs from all zones. Sentinel bridges cloud to on-prem.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Mitigations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182112"/>
            <a:ext cx="8412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246120"/>
            <a:ext cx="54864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2552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05840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lateral movement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94760" y="325526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 + ISE NAC limits blast radius; Zone 1 air-gap prevents OT pivot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639312"/>
            <a:ext cx="841248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703320"/>
            <a:ext cx="54864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7124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05840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vendor credential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94760" y="371246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 grants app-only access; CyberArk records session, auto-revokes on ticket close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096512"/>
            <a:ext cx="8412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160520"/>
            <a:ext cx="54864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1696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005840" y="4169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exfiltration via EHR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94760" y="416966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limits PHI access by role; Splunk SIEM alerts on anomalous Epic access patterns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4553712"/>
            <a:ext cx="841248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617720"/>
            <a:ext cx="54864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62686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05840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callback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94760" y="462686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+ IPS inspects all outbound; Zscaler proxy blocks unauthorized C2 traffic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 — Incident Response Playbook: Ransomware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solidFill>
            <a:srgbClr val="FDF2F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Phishing email on VLAN 40 (Admin workstation, 10.1.40.x) triggers ransomware; CrowdStrike EDR detects; contained before Zone 3→Zone 2 boundary breach.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2011680" cy="34747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3807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18288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alert source on 10.1.40.x (CrowdStrike + Splunk)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full asset record from Axonius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Splunk 24hr endpoint activity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additional hosts showing encryption indicators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IR lead if &gt;1 host confirmed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353312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353312"/>
            <a:ext cx="201168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13807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Containment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764792"/>
            <a:ext cx="18288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 network containment on infected host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 NAC switchport quarantine (Cisco Catalyst 9000)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Zone 3→Zone 2 firewall deny logs in Splunk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compromised Azure AD account via IAM team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PAM: rotate &amp; revoke privileged credentials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353312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53312"/>
            <a:ext cx="2011680" cy="34747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3807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Investigation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764792"/>
            <a:ext cx="18288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image + forensic disk copy via CrowdStrike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lateral movement path analysis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email logs: find original phish + recipients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NGFW: check for successful C2 callbacks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sign-in logs: anomalous cloud access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12280" y="1353312"/>
            <a:ext cx="20116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353312"/>
            <a:ext cx="2011680" cy="34747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885432" y="13807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1764792"/>
            <a:ext cx="18288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workstation via SCCM/Intune (clean backup)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 NAC full posture check before network reconnect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Re-enroll MFA on clean device; phishing awareness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sweep across all VLAN 40 devices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timeline in Splunk + ServiceNow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Architecture Gaps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4114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2527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+ ISE NAC + Splunk: three independent detection signals within minutes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64208"/>
            <a:ext cx="54864" cy="4114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7282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3→Zone 2 segmentation firewall blocked all clinical network access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39696"/>
            <a:ext cx="54864" cy="4114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2037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provided instant, correlated asset view — eliminated manual pivoting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15184"/>
            <a:ext cx="54864" cy="4114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6791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PAM enabled rapid credential revocation for compromised identity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90672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90672"/>
            <a:ext cx="54864" cy="4114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1546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NGFW + Zscaler ZTNA blocked C2 callbacks before exfiltration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 &amp; Recommendations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18872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188720"/>
            <a:ext cx="54864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 Internal Flatness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155448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intra-VLAN microsegmentation on VLAN 40 (~4,000 hosts) to prevent workstation-to-workstation lateral movement before zone boundary controls engage.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46888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468880"/>
            <a:ext cx="54864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Attachment Prevention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283464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Microsoft Defender for Office 365 attachment sandboxing at the M365 layer to stop malicious payloads before endpoint execution — addressing root cause, not just detection.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749040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749040"/>
            <a:ext cx="54864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EDR Coverage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73168" y="411480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biomedical devices cannot run agents. Current mitigation: passive NDR + NAC isolation + Axonius tracking. Consider hardware security modules for critical devices.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3716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four-assignment program built a complete, production-realistic cybersecurity architecture for Northwestern Medicine from the ground up — demonstrating that effective healthcare security is not a single tool or policy, but a system of layered, integrated controls that treat every zone boundary as a patient safety boundary.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046720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Axonius unified 7+ disconnected security tools into a single asset inventory — eliminating blind spots across 33,000+ endpoints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046720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Purdue Model 6-zone architecture reduced lateral movement risk and provided a clear regulatory compliance framework (HIPAA, NIST SP 800-66, HICP)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controls at every zone boundary meant no single tool failure could result in a patient safety or HIPAA breach event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8046720" cy="475488"/>
          </a:xfrm>
          <a:prstGeom prst="rect">
            <a:avLst/>
          </a:prstGeom>
          <a:solidFill>
            <a:srgbClr val="0A162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605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1605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ransomware playbook proved the architecture's value: the Zone 3→Zone 2 segmentation firewall was the single most critical patient safety control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Maxine Jones  |  CYBR 550  |  April–May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Northwestern Medicine — CYBR 550 Executive Summary</dc:title>
  <dc:subject>PptxGenJS Presentation</dc:subject>
  <dc:creator>Maxine Jones</dc:creator>
  <cp:lastModifiedBy>Maxine Jones</cp:lastModifiedBy>
  <cp:revision>1</cp:revision>
  <dcterms:created xsi:type="dcterms:W3CDTF">2026-05-11T07:17:30Z</dcterms:created>
  <dcterms:modified xsi:type="dcterms:W3CDTF">2026-05-11T07:17:30Z</dcterms:modified>
</cp:coreProperties>
</file>